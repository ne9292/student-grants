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5" r:id="rId2"/>
    <p:sldId id="276" r:id="rId3"/>
    <p:sldId id="257" r:id="rId4"/>
    <p:sldId id="256" r:id="rId5"/>
    <p:sldId id="258" r:id="rId6"/>
    <p:sldId id="260" r:id="rId7"/>
    <p:sldId id="261" r:id="rId8"/>
    <p:sldId id="259" r:id="rId9"/>
    <p:sldId id="262" r:id="rId10"/>
    <p:sldId id="263" r:id="rId11"/>
    <p:sldId id="264" r:id="rId12"/>
    <p:sldId id="265" r:id="rId13"/>
    <p:sldId id="277" r:id="rId14"/>
    <p:sldId id="271" r:id="rId15"/>
    <p:sldId id="270" r:id="rId16"/>
    <p:sldId id="268" r:id="rId17"/>
    <p:sldId id="269" r:id="rId18"/>
    <p:sldId id="273" r:id="rId19"/>
    <p:sldId id="274" r:id="rId20"/>
    <p:sldId id="278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85" autoAdjust="0"/>
    <p:restoredTop sz="94660"/>
  </p:normalViewPr>
  <p:slideViewPr>
    <p:cSldViewPr snapToGrid="0">
      <p:cViewPr>
        <p:scale>
          <a:sx n="50" d="100"/>
          <a:sy n="50" d="100"/>
        </p:scale>
        <p:origin x="63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18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173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138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32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604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017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93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04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503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765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805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9E251-4980-4F68-A103-9B38286906D4}" type="datetimeFigureOut">
              <a:rPr lang="he-IL" smtClean="0"/>
              <a:t>כ"ט/שבט/תשפ"ה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1C3C3-A05E-4A05-B6E8-7763694CAA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873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-209550" y="437254"/>
            <a:ext cx="12058651" cy="2875312"/>
          </a:xfrm>
          <a:prstGeom prst="rect">
            <a:avLst/>
          </a:prstGeom>
          <a:ln w="177800">
            <a:gradFill>
              <a:gsLst>
                <a:gs pos="0">
                  <a:srgbClr val="CC0099"/>
                </a:gs>
                <a:gs pos="58000">
                  <a:srgbClr val="CC0099"/>
                </a:gs>
                <a:gs pos="91500">
                  <a:srgbClr val="000066"/>
                </a:gs>
                <a:gs pos="80000">
                  <a:srgbClr val="000066"/>
                </a:gs>
                <a:gs pos="100000">
                  <a:srgbClr val="000066"/>
                </a:gs>
              </a:gsLst>
              <a:lin ang="5400000" scaled="1"/>
            </a:gra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3500" dirty="0" smtClean="0"/>
              <a:t> </a:t>
            </a:r>
            <a:r>
              <a:rPr lang="he-IL" sz="18000" dirty="0">
                <a:latin typeface="Agency FB" panose="020B0503020202020204" pitchFamily="34" charset="0"/>
              </a:rPr>
              <a:t>הלכות </a:t>
            </a:r>
            <a:r>
              <a:rPr lang="he-IL" sz="18000" dirty="0" smtClean="0">
                <a:latin typeface="Agency FB" panose="020B0503020202020204" pitchFamily="34" charset="0"/>
              </a:rPr>
              <a:t>דרך</a:t>
            </a:r>
            <a:endParaRPr lang="en-US" sz="18000" dirty="0">
              <a:latin typeface="Agency FB" panose="020B0503020202020204" pitchFamily="34" charset="0"/>
            </a:endParaRPr>
          </a:p>
        </p:txBody>
      </p:sp>
      <p:sp>
        <p:nvSpPr>
          <p:cNvPr id="4" name="כותרת משנה 2"/>
          <p:cNvSpPr txBox="1">
            <a:spLocks/>
          </p:cNvSpPr>
          <p:nvPr/>
        </p:nvSpPr>
        <p:spPr>
          <a:xfrm>
            <a:off x="342899" y="3637654"/>
            <a:ext cx="12058651" cy="2875312"/>
          </a:xfrm>
          <a:prstGeom prst="rect">
            <a:avLst/>
          </a:prstGeom>
          <a:ln w="177800">
            <a:gradFill>
              <a:gsLst>
                <a:gs pos="0">
                  <a:srgbClr val="CC0099"/>
                </a:gs>
                <a:gs pos="58000">
                  <a:srgbClr val="CC0099"/>
                </a:gs>
                <a:gs pos="91500">
                  <a:srgbClr val="000066"/>
                </a:gs>
                <a:gs pos="80000">
                  <a:srgbClr val="000066"/>
                </a:gs>
                <a:gs pos="100000">
                  <a:srgbClr val="000066"/>
                </a:gs>
              </a:gsLst>
              <a:lin ang="5400000" scaled="1"/>
            </a:gra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3500" dirty="0" smtClean="0"/>
              <a:t> </a:t>
            </a:r>
            <a:r>
              <a:rPr lang="he-IL" sz="18000" dirty="0" smtClean="0">
                <a:latin typeface="Agency FB" panose="020B0503020202020204" pitchFamily="34" charset="0"/>
              </a:rPr>
              <a:t>ארץ בסעודה</a:t>
            </a:r>
            <a:endParaRPr lang="en-US" sz="18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7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1857375" y="627754"/>
            <a:ext cx="8658225" cy="2875312"/>
          </a:xfrm>
          <a:prstGeom prst="rect">
            <a:avLst/>
          </a:prstGeom>
          <a:ln w="177800">
            <a:gradFill>
              <a:gsLst>
                <a:gs pos="0">
                  <a:srgbClr val="CC0099"/>
                </a:gs>
                <a:gs pos="58000">
                  <a:srgbClr val="CC0099"/>
                </a:gs>
                <a:gs pos="91500">
                  <a:srgbClr val="000066"/>
                </a:gs>
                <a:gs pos="80000">
                  <a:srgbClr val="000066"/>
                </a:gs>
                <a:gs pos="100000">
                  <a:srgbClr val="000066"/>
                </a:gs>
              </a:gsLst>
              <a:lin ang="5400000" scaled="1"/>
            </a:gra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he-IL" sz="15000" dirty="0" smtClean="0"/>
              <a:t>/</a:t>
            </a:r>
            <a:r>
              <a:rPr lang="he-IL" sz="11300" dirty="0" smtClean="0"/>
              <a:t> </a:t>
            </a:r>
            <a:r>
              <a:rPr lang="he-IL" sz="15000" dirty="0" smtClean="0">
                <a:latin typeface="Agency FB" panose="020B0503020202020204" pitchFamily="34" charset="0"/>
              </a:rPr>
              <a:t>סימן מ"ב</a:t>
            </a:r>
            <a:endParaRPr lang="en-US" sz="15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9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-76199" y="296012"/>
            <a:ext cx="11201399" cy="2875312"/>
          </a:xfrm>
          <a:ln w="177800">
            <a:solidFill>
              <a:srgbClr val="CC0099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he-IL" sz="13500" dirty="0"/>
              <a:t>השולחן </a:t>
            </a:r>
            <a:r>
              <a:rPr lang="he-IL" sz="13500" dirty="0" smtClean="0"/>
              <a:t>צריך</a:t>
            </a:r>
          </a:p>
        </p:txBody>
      </p:sp>
      <p:sp>
        <p:nvSpPr>
          <p:cNvPr id="4" name="כותרת משנה 2"/>
          <p:cNvSpPr txBox="1">
            <a:spLocks/>
          </p:cNvSpPr>
          <p:nvPr/>
        </p:nvSpPr>
        <p:spPr>
          <a:xfrm>
            <a:off x="-2552700" y="3555686"/>
            <a:ext cx="177927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להיות ערוך</a:t>
            </a:r>
            <a:endParaRPr lang="he-IL" sz="600" dirty="0"/>
          </a:p>
        </p:txBody>
      </p:sp>
    </p:spTree>
    <p:extLst>
      <p:ext uri="{BB962C8B-B14F-4D97-AF65-F5344CB8AC3E}">
        <p14:creationId xmlns:p14="http://schemas.microsoft.com/office/powerpoint/2010/main" val="115619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4953000" y="437254"/>
            <a:ext cx="91059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ומכוסה.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428625" y="3637654"/>
            <a:ext cx="11972925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לאכול במתינות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181792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/>
          <p:cNvSpPr txBox="1">
            <a:spLocks/>
          </p:cNvSpPr>
          <p:nvPr/>
        </p:nvSpPr>
        <p:spPr>
          <a:xfrm>
            <a:off x="495300" y="342004"/>
            <a:ext cx="120396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ולא ברעבתנות.</a:t>
            </a:r>
            <a:endParaRPr lang="he-IL" sz="13500" dirty="0"/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6362700" y="3561454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6" name="כותרת משנה 2"/>
          <p:cNvSpPr txBox="1">
            <a:spLocks/>
          </p:cNvSpPr>
          <p:nvPr/>
        </p:nvSpPr>
        <p:spPr>
          <a:xfrm>
            <a:off x="342900" y="3561454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153325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4286250" y="437254"/>
            <a:ext cx="91059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בישיבה.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428625" y="3637654"/>
            <a:ext cx="11972925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אכילה ושתיה-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279416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800100" y="437254"/>
            <a:ext cx="113919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משיירי מאכלו.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323849" y="3637654"/>
            <a:ext cx="1228725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לא לתת לחברו 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63090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/>
          <p:cNvSpPr txBox="1">
            <a:spLocks/>
          </p:cNvSpPr>
          <p:nvPr/>
        </p:nvSpPr>
        <p:spPr>
          <a:xfrm>
            <a:off x="-190500" y="303904"/>
            <a:ext cx="120396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אין להסתכל בפני</a:t>
            </a:r>
            <a:endParaRPr lang="he-IL" sz="13500" dirty="0"/>
          </a:p>
        </p:txBody>
      </p:sp>
      <p:sp>
        <p:nvSpPr>
          <p:cNvPr id="7" name="כותרת משנה 2"/>
          <p:cNvSpPr txBox="1">
            <a:spLocks/>
          </p:cNvSpPr>
          <p:nvPr/>
        </p:nvSpPr>
        <p:spPr>
          <a:xfrm>
            <a:off x="495300" y="3599554"/>
            <a:ext cx="121158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האוכל והשותה.</a:t>
            </a:r>
            <a:endParaRPr lang="he-IL" sz="600" dirty="0"/>
          </a:p>
        </p:txBody>
      </p:sp>
    </p:spTree>
    <p:extLst>
      <p:ext uri="{BB962C8B-B14F-4D97-AF65-F5344CB8AC3E}">
        <p14:creationId xmlns:p14="http://schemas.microsoft.com/office/powerpoint/2010/main" val="179815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כותרת משנה 2"/>
          <p:cNvSpPr txBox="1">
            <a:spLocks/>
          </p:cNvSpPr>
          <p:nvPr/>
        </p:nvSpPr>
        <p:spPr>
          <a:xfrm>
            <a:off x="-342899" y="3599554"/>
            <a:ext cx="10344149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הגדול לוקח</a:t>
            </a:r>
            <a:endParaRPr lang="he-IL" sz="13500" dirty="0"/>
          </a:p>
        </p:txBody>
      </p:sp>
      <p:sp>
        <p:nvSpPr>
          <p:cNvPr id="6" name="כותרת משנה 2"/>
          <p:cNvSpPr txBox="1">
            <a:spLocks/>
          </p:cNvSpPr>
          <p:nvPr/>
        </p:nvSpPr>
        <p:spPr>
          <a:xfrm>
            <a:off x="6381750" y="361054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8" name="כותרת משנה 2"/>
          <p:cNvSpPr txBox="1">
            <a:spLocks/>
          </p:cNvSpPr>
          <p:nvPr/>
        </p:nvSpPr>
        <p:spPr>
          <a:xfrm>
            <a:off x="361950" y="361054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184644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4629150" y="437254"/>
            <a:ext cx="771525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תחילה.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876300" y="3618604"/>
            <a:ext cx="12763501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אורח לא יבקש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73503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6362700" y="437254"/>
            <a:ext cx="59817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אוכל.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381000" y="3618604"/>
            <a:ext cx="12268201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האכלת בע"ח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325676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190501" y="437254"/>
            <a:ext cx="12306299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קודמת לסעודתו.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190500" y="3618604"/>
            <a:ext cx="120015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אסור לאכול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355005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190501" y="437254"/>
            <a:ext cx="12306299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בשתייה האדם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419100" y="3618604"/>
            <a:ext cx="1228725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קודם לבע"ח.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339350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-476250" y="380104"/>
            <a:ext cx="139827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מסעודה שאינה</a:t>
            </a:r>
            <a:endParaRPr lang="he-IL" sz="135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285750" y="3637654"/>
            <a:ext cx="12496801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מספקת לבעליה.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208858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190501" y="437254"/>
            <a:ext cx="12153899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מביזוי </a:t>
            </a:r>
            <a:r>
              <a:rPr lang="he-IL" sz="13500" dirty="0" err="1" smtClean="0"/>
              <a:t>אוכלין</a:t>
            </a:r>
            <a:r>
              <a:rPr lang="he-IL" sz="13500" dirty="0" smtClean="0"/>
              <a:t>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609600" y="3618604"/>
            <a:ext cx="981075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יש להיזהר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128182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228600" y="437254"/>
            <a:ext cx="12115800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"אין </a:t>
            </a:r>
            <a:r>
              <a:rPr lang="he-IL" sz="13500" dirty="0" err="1" smtClean="0"/>
              <a:t>משיחין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228599" y="3618604"/>
            <a:ext cx="12115801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בשעת הסעודה"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340806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2"/>
          <p:cNvSpPr txBox="1">
            <a:spLocks/>
          </p:cNvSpPr>
          <p:nvPr/>
        </p:nvSpPr>
        <p:spPr>
          <a:xfrm>
            <a:off x="190501" y="437254"/>
            <a:ext cx="12687299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 נינוח ולא קפדן.</a:t>
            </a:r>
            <a:endParaRPr lang="he-IL" sz="600" dirty="0"/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-247650" y="3599554"/>
            <a:ext cx="11934825" cy="2875312"/>
          </a:xfrm>
          <a:prstGeom prst="rect">
            <a:avLst/>
          </a:prstGeom>
          <a:ln w="177800">
            <a:solidFill>
              <a:srgbClr val="CC0099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המארח יהיה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87141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/>
          <p:cNvSpPr txBox="1">
            <a:spLocks/>
          </p:cNvSpPr>
          <p:nvPr/>
        </p:nvSpPr>
        <p:spPr>
          <a:xfrm>
            <a:off x="6248400" y="417308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361950" y="3561454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6" name="כותרת משנה 2"/>
          <p:cNvSpPr txBox="1">
            <a:spLocks/>
          </p:cNvSpPr>
          <p:nvPr/>
        </p:nvSpPr>
        <p:spPr>
          <a:xfrm>
            <a:off x="6248400" y="3561454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7" name="כותרת משנה 2"/>
          <p:cNvSpPr txBox="1">
            <a:spLocks/>
          </p:cNvSpPr>
          <p:nvPr/>
        </p:nvSpPr>
        <p:spPr>
          <a:xfrm>
            <a:off x="361950" y="417308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405010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/>
          <p:cNvSpPr txBox="1">
            <a:spLocks/>
          </p:cNvSpPr>
          <p:nvPr/>
        </p:nvSpPr>
        <p:spPr>
          <a:xfrm>
            <a:off x="6248400" y="417308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361950" y="3561454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6" name="כותרת משנה 2"/>
          <p:cNvSpPr txBox="1">
            <a:spLocks/>
          </p:cNvSpPr>
          <p:nvPr/>
        </p:nvSpPr>
        <p:spPr>
          <a:xfrm>
            <a:off x="6248400" y="3561454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7" name="כותרת משנה 2"/>
          <p:cNvSpPr txBox="1">
            <a:spLocks/>
          </p:cNvSpPr>
          <p:nvPr/>
        </p:nvSpPr>
        <p:spPr>
          <a:xfrm>
            <a:off x="361950" y="417308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99177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/>
          <p:cNvSpPr txBox="1">
            <a:spLocks/>
          </p:cNvSpPr>
          <p:nvPr/>
        </p:nvSpPr>
        <p:spPr>
          <a:xfrm>
            <a:off x="6248400" y="417308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361950" y="3561454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6" name="כותרת משנה 2"/>
          <p:cNvSpPr txBox="1">
            <a:spLocks/>
          </p:cNvSpPr>
          <p:nvPr/>
        </p:nvSpPr>
        <p:spPr>
          <a:xfrm>
            <a:off x="6248400" y="3561454"/>
            <a:ext cx="54864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  <p:sp>
        <p:nvSpPr>
          <p:cNvPr id="7" name="כותרת משנה 2"/>
          <p:cNvSpPr txBox="1">
            <a:spLocks/>
          </p:cNvSpPr>
          <p:nvPr/>
        </p:nvSpPr>
        <p:spPr>
          <a:xfrm>
            <a:off x="361950" y="417308"/>
            <a:ext cx="5562600" cy="2875312"/>
          </a:xfrm>
          <a:prstGeom prst="rect">
            <a:avLst/>
          </a:prstGeom>
          <a:ln w="177800">
            <a:solidFill>
              <a:srgbClr val="000066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e-IL" sz="13500" dirty="0" smtClean="0"/>
              <a:t>ההלכה:</a:t>
            </a:r>
            <a:endParaRPr lang="he-IL" sz="13500" dirty="0"/>
          </a:p>
        </p:txBody>
      </p:sp>
    </p:spTree>
    <p:extLst>
      <p:ext uri="{BB962C8B-B14F-4D97-AF65-F5344CB8AC3E}">
        <p14:creationId xmlns:p14="http://schemas.microsoft.com/office/powerpoint/2010/main" val="205739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125</Words>
  <Application>Microsoft Office PowerPoint</Application>
  <PresentationFormat>מסך רחב</PresentationFormat>
  <Paragraphs>47</Paragraphs>
  <Slides>20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6" baseType="lpstr">
      <vt:lpstr>Agency FB</vt:lpstr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WIN</dc:creator>
  <cp:lastModifiedBy>WIN</cp:lastModifiedBy>
  <cp:revision>10</cp:revision>
  <dcterms:created xsi:type="dcterms:W3CDTF">2025-02-27T16:26:36Z</dcterms:created>
  <dcterms:modified xsi:type="dcterms:W3CDTF">2025-02-27T19:09:03Z</dcterms:modified>
</cp:coreProperties>
</file>