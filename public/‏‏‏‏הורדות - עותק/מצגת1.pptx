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1A8834E-FE6E-EEA9-D2F2-6718BA61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152671C-902C-DBDF-DB47-863DD196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168D0-D5C4-4D47-9228-1F648E0E3086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2216822-DC69-2EB0-D679-488F06CDA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B00CE3E-3559-6646-E266-741C8A1C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474D-584E-4EEA-B416-3189FBC463F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492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D6F8887-6565-CC2A-5AC1-1DFD8764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6C39F31-8FA3-DC1A-2650-CFC49B6EA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D91A47E-B37D-45AD-89BD-BE223FDA9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168D0-D5C4-4D47-9228-1F648E0E3086}" type="datetimeFigureOut">
              <a:rPr lang="he-IL" smtClean="0"/>
              <a:t>ד'/כסלו/תשפ"ו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9554E6-0044-D805-8069-605257DB2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EA950CB-ACEB-0DFF-1D63-0B4D74AC2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1474D-584E-4EEA-B416-3189FBC463F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985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 hidden="1">
            <a:extLst>
              <a:ext uri="{FF2B5EF4-FFF2-40B4-BE49-F238E27FC236}">
                <a16:creationId xmlns:a16="http://schemas.microsoft.com/office/drawing/2014/main" id="{E4770024-070F-30D8-C252-0F38466F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498AEF9-19D9-190E-3818-98A8A611BC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1469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נחמי הלפר</dc:creator>
  <cp:lastModifiedBy>נחמי הלפר</cp:lastModifiedBy>
  <cp:revision>1</cp:revision>
  <dcterms:created xsi:type="dcterms:W3CDTF">2025-11-24T19:26:56Z</dcterms:created>
  <dcterms:modified xsi:type="dcterms:W3CDTF">2025-11-24T19:26:56Z</dcterms:modified>
</cp:coreProperties>
</file>